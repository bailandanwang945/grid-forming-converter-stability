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a349557a924ae7" /><Relationship Type="http://schemas.openxmlformats.org/officeDocument/2006/relationships/extended-properties" Target="/docProps/app.xml" Id="Rcd28722f4fc54138" /><Relationship Type="http://schemas.openxmlformats.org/officeDocument/2006/relationships/officeDocument" Target="/ppt/presentation.xml" Id="R1c47e3a6a8724a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34163657284d19"/>
  </p:sldMasterIdLst>
  <p:notesMasterIdLst>
    <p:notesMasterId xmlns:r="http://schemas.openxmlformats.org/officeDocument/2006/relationships" r:id="R2a3f1b816d0d4ccb"/>
  </p:notesMasterIdLst>
  <p:sldIdLst>
    <p:sldId xmlns:r="http://schemas.openxmlformats.org/officeDocument/2006/relationships" id="256" r:id="R614519eca2fb40cb"/>
    <p:sldId xmlns:r="http://schemas.openxmlformats.org/officeDocument/2006/relationships" id="257" r:id="R4016d67cb2b54321"/>
    <p:sldId xmlns:r="http://schemas.openxmlformats.org/officeDocument/2006/relationships" id="258" r:id="Rd1722574f1ac4ba4"/>
    <p:sldId xmlns:r="http://schemas.openxmlformats.org/officeDocument/2006/relationships" id="259" r:id="Raf350ccc20494d29"/>
    <p:sldId xmlns:r="http://schemas.openxmlformats.org/officeDocument/2006/relationships" id="260" r:id="R64f8173336744514"/>
    <p:sldId xmlns:r="http://schemas.openxmlformats.org/officeDocument/2006/relationships" id="261" r:id="Rab7492c0884f42b5"/>
    <p:sldId xmlns:r="http://schemas.openxmlformats.org/officeDocument/2006/relationships" id="262" r:id="R71d8d11aa9484def"/>
    <p:sldId xmlns:r="http://schemas.openxmlformats.org/officeDocument/2006/relationships" id="263" r:id="R97f4fc0981484e3d"/>
    <p:sldId xmlns:r="http://schemas.openxmlformats.org/officeDocument/2006/relationships" id="264" r:id="R8b58110d9fa044f3"/>
    <p:sldId xmlns:r="http://schemas.openxmlformats.org/officeDocument/2006/relationships" id="265" r:id="R1b0e75d7dd744b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30f40ccc904227" /><Relationship Type="http://schemas.openxmlformats.org/officeDocument/2006/relationships/slideMaster" Target="/ppt/slideMasters/slideMaster1.xml" Id="Rfa34163657284d19" /><Relationship Type="http://schemas.openxmlformats.org/officeDocument/2006/relationships/notesMaster" Target="/ppt/notesMasters/notesMaster1.xml" Id="R2a3f1b816d0d4ccb" /><Relationship Type="http://schemas.openxmlformats.org/officeDocument/2006/relationships/presProps" Target="/ppt/presProps.xml" Id="Rafe640ae5495425d" /><Relationship Type="http://schemas.openxmlformats.org/officeDocument/2006/relationships/tableStyles" Target="/ppt/tableStyles.xml" Id="R36ed61c91c884b66" /><Relationship Type="http://schemas.openxmlformats.org/officeDocument/2006/relationships/slide" Target="/ppt/slides/slide1.xml" Id="R614519eca2fb40cb" /><Relationship Type="http://schemas.openxmlformats.org/officeDocument/2006/relationships/slide" Target="/ppt/slides/slide2.xml" Id="R4016d67cb2b54321" /><Relationship Type="http://schemas.openxmlformats.org/officeDocument/2006/relationships/slide" Target="/ppt/slides/slide3.xml" Id="Rd1722574f1ac4ba4" /><Relationship Type="http://schemas.openxmlformats.org/officeDocument/2006/relationships/slide" Target="/ppt/slides/slide4.xml" Id="Raf350ccc20494d29" /><Relationship Type="http://schemas.openxmlformats.org/officeDocument/2006/relationships/slide" Target="/ppt/slides/slide5.xml" Id="R64f8173336744514" /><Relationship Type="http://schemas.openxmlformats.org/officeDocument/2006/relationships/slide" Target="/ppt/slides/slide6.xml" Id="Rab7492c0884f42b5" /><Relationship Type="http://schemas.openxmlformats.org/officeDocument/2006/relationships/slide" Target="/ppt/slides/slide7.xml" Id="R71d8d11aa9484def" /><Relationship Type="http://schemas.openxmlformats.org/officeDocument/2006/relationships/slide" Target="/ppt/slides/slide8.xml" Id="R97f4fc0981484e3d" /><Relationship Type="http://schemas.openxmlformats.org/officeDocument/2006/relationships/slide" Target="/ppt/slides/slide9.xml" Id="R8b58110d9fa044f3" /><Relationship Type="http://schemas.openxmlformats.org/officeDocument/2006/relationships/slide" Target="/ppt/slides/slide10.xml" Id="R1b0e75d7dd744b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5d15fa7fed41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0f34a29d0141ff" /><Relationship Type="http://schemas.openxmlformats.org/officeDocument/2006/relationships/notesMaster" Target="/ppt/notesMasters/notesMaster1.xml" Id="Redd5c531350845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38f53bc9be4b4c" /><Relationship Type="http://schemas.openxmlformats.org/officeDocument/2006/relationships/notesMaster" Target="/ppt/notesMasters/notesMaster1.xml" Id="Rc26cf3d276bd49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374c2f800546d6" /><Relationship Type="http://schemas.openxmlformats.org/officeDocument/2006/relationships/notesMaster" Target="/ppt/notesMasters/notesMaster1.xml" Id="Rfe47f5deae7743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95396ccfbb4983" /><Relationship Type="http://schemas.openxmlformats.org/officeDocument/2006/relationships/notesMaster" Target="/ppt/notesMasters/notesMaster1.xml" Id="R97df9297d7e14e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84097c1a414d34" /><Relationship Type="http://schemas.openxmlformats.org/officeDocument/2006/relationships/notesMaster" Target="/ppt/notesMasters/notesMaster1.xml" Id="Rdceca43bac8b4c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f2f66b6c154252" /><Relationship Type="http://schemas.openxmlformats.org/officeDocument/2006/relationships/notesMaster" Target="/ppt/notesMasters/notesMaster1.xml" Id="Rdb099babb9574b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ca5aa296ee49be" /><Relationship Type="http://schemas.openxmlformats.org/officeDocument/2006/relationships/notesMaster" Target="/ppt/notesMasters/notesMaster1.xml" Id="R1709250b1da54b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4883663778430d" /><Relationship Type="http://schemas.openxmlformats.org/officeDocument/2006/relationships/notesMaster" Target="/ppt/notesMasters/notesMaster1.xml" Id="R8d6b3435444e42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a71bec7cc4d41c8" /><Relationship Type="http://schemas.openxmlformats.org/officeDocument/2006/relationships/notesMaster" Target="/ppt/notesMasters/notesMaster1.xml" Id="R17ed9d4f8d4547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88c4bbd18f4964" /><Relationship Type="http://schemas.openxmlformats.org/officeDocument/2006/relationships/notesMaster" Target="/ppt/notesMasters/notesMaster1.xml" Id="R694006f512e548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开场：本项目没有把界面包装当作研究创新，而是围绕一个可检验的问题组织证据——论文的分散式充分判据能确认哪些稳定参数点，又会遗漏哪些闭环参考稳定点。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E:/git_Projects/grid-forming-converter-stability/README.md</a:t>
            </a:r>
          </a:p>
          <a:p xmlns:a="http://schemas.openxmlformats.org/drawingml/2006/main">
            <a:r>
              <a:t>- E:/git_Projects/grid-forming-converter-stability/results/comparison/fig8-damping-grid-strength/summary.json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强调逻辑边界：充分条件失败只表示没有被当前判据确认，而不是系统必然失稳；界面演示也不能替代数值内核。后续所有图表都沿用这三层证据。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E:/git_Projects/grid-forming-converter-stability/docs/research/fig8-frequency-discrepancy-audit.md</a:t>
            </a:r>
          </a:p>
          <a:p xmlns:a="http://schemas.openxmlformats.org/drawingml/2006/main">
            <a:r>
              <a:t>- E:/git_Projects/grid-forming-converter-stability/docs/software/VERIFICATION.md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这三层对应项目的学习、思考与工程化：先复现作者结果，再提出同域可证伪比较，最后把计算链封装为评委可操作的软件。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E:/git_Projects/grid-forming-converter-stability/docs/PROJECT_PLAN.md</a:t>
            </a:r>
          </a:p>
          <a:p xmlns:a="http://schemas.openxmlformats.org/drawingml/2006/main">
            <a:r>
              <a:t>- E:/git_Projects/grid-forming-converter-stability/notes/EVIDENCE_LEDGER.csv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现场只演示三步：选择论文失稳工况、修改独立模型阻尼并重算、打开同域热图并导出报告。这样两分钟内能够证明输入—计算—输出闭环。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E:/git_Projects/grid-forming-converter-stability/apps/web/src</a:t>
            </a:r>
          </a:p>
          <a:p xmlns:a="http://schemas.openxmlformats.org/drawingml/2006/main">
            <a:r>
              <a:t>- E:/git_Projects/grid-forming-converter-stability/backend/api/app.py</a:t>
            </a:r>
          </a:p>
          <a:p xmlns:a="http://schemas.openxmlformats.org/drawingml/2006/main">
            <a:r>
              <a:t>- E:/git_Projects/grid-forming-converter-stability/tmp/browser-smoke.png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复现完成的是稳定性判断与有限网格筛查。闭环主导频率约 0.578 Hz，而论文正文写 1.2 Hz；差异尚未闭合，因此答辩时只陈述已证实部分，不自行解释成二倍频。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E:/git_Projects/grid-forming-converter-stability/docs/research/fig8-frequency-discrepancy-audit.md</a:t>
            </a:r>
          </a:p>
          <a:p xmlns:a="http://schemas.openxmlformats.org/drawingml/2006/main">
            <a:r>
              <a:t>- E:/git_Projects/grid-forming-converter-stability/results/verification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这张图回答项目最重要的问题：在保持模型和参数点完全相同的前提下，判据覆盖区和闭环参考稳定区相差多少。它避免了拿两个不同模型并排展示却无法解释差异的弱论证。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E:/git_Projects/grid-forming-converter-stability/results/comparison/fig8-damping-grid-strength/parameter_domain.csv</a:t>
            </a:r>
          </a:p>
          <a:p xmlns:a="http://schemas.openxmlformats.org/drawingml/2006/main">
            <a:r>
              <a:t>- E:/git_Projects/grid-forming-converter-stability/results/comparison/fig8-damping-grid-strength/summary.json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 96 个点是项目最有价值的非平凡结果：它们量化了当前有限网格充分判据在该扫描域内观察到的保守性；它们不是判据错误，更不能由此声称系统在真实物理中必然稳定。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E:/git_Projects/grid-forming-converter-stability/results/comparison/fig8-damping-grid-strength/summary.json</a:t>
            </a:r>
          </a:p>
          <a:p xmlns:a="http://schemas.openxmlformats.org/drawingml/2006/main">
            <a:r>
              <a:t>- E:/git_Projects/grid-forming-converter-stability/experiments/comparison/run_fig8_parameter_domain_comparison.m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答辩中应称为‘接口可扩展的小型网络 VSM 稳定性分析工作台’，不能称任意控制器、任意元件的通用平台。平均值 dq 模型已有规范，但当前没有把提案冒充实现。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E:/git_Projects/grid-forming-converter-stability/docs/specs/models/average-dq-gfm-v1-proposal.md</a:t>
            </a:r>
          </a:p>
          <a:p xmlns:a="http://schemas.openxmlformats.org/drawingml/2006/main">
            <a:r>
              <a:t>- E:/git_Projects/grid-forming-converter-stability/backend/core/reduced_order_model.py</a:t>
            </a:r>
          </a:p>
          <a:p xmlns:a="http://schemas.openxmlformats.org/drawingml/2006/main">
            <a:r>
              <a:t>- https://www.mathworks.com/help/sps/ug/design-analyze-gridforming-converter.html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本机统一验收五项全通过，但跨机能力必须由无 Python、Node 和 MATLAB 的另一台 Windows 电脑验证。我们把这一项列为交付前人工验收，而不是用本机结果替代。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E:/git_Projects/grid-forming-converter-stability/results/test-reports/2026-08-10-unified-release-candidate.md</a:t>
            </a:r>
          </a:p>
          <a:p xmlns:a="http://schemas.openxmlformats.org/drawingml/2006/main">
            <a:r>
              <a:t>- E:/git_Projects/grid-forming-converter-stability/docs/software/VERIFICATION.md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收束：项目的创新不在于重新发明稳定性理论，而在于把论文充分判据、闭环参考和软件交付置于同一可追溯框架内，并用 176 点对照给出可检验的保守性证据。下一步只做三项人工收口：异机断网验收、学院模板校准、导师范围确认。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E:/git_Projects/grid-forming-converter-stability/README.md</a:t>
            </a:r>
          </a:p>
          <a:p xmlns:a="http://schemas.openxmlformats.org/drawingml/2006/main">
            <a:r>
              <a:t>- E:/git_Projects/grid-forming-converter-stability/docs/SUBMISSION_CHECKLIST.md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1676afaf734c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07d61e327d4b65" /><Relationship Type="http://schemas.openxmlformats.org/officeDocument/2006/relationships/slideLayout" Target="/ppt/slideLayouts/slideLayout1.xml" Id="Re6ccdc0dc0514a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ccdc0dc0514a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e06f7246648e5" /><Relationship Type="http://schemas.openxmlformats.org/officeDocument/2006/relationships/notesSlide" Target="/ppt/notesSlides/notesSlide1.xml" Id="R1d956e8ac7da4f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1c7fc0e6642d6" /><Relationship Type="http://schemas.openxmlformats.org/officeDocument/2006/relationships/notesSlide" Target="/ppt/notesSlides/notesSlide2.xml" Id="Rf50109b7b8214a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9f8caf3fa40f7" /><Relationship Type="http://schemas.openxmlformats.org/officeDocument/2006/relationships/notesSlide" Target="/ppt/notesSlides/notesSlide3.xml" Id="R4034a4c724ed43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8773f15a24ed1" /><Relationship Type="http://schemas.openxmlformats.org/officeDocument/2006/relationships/image" Target="/ppt/media/image.png" Id="Re121e76c0b824bff" /><Relationship Type="http://schemas.openxmlformats.org/officeDocument/2006/relationships/notesSlide" Target="/ppt/notesSlides/notesSlide4.xml" Id="R80cbabb122f441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1481851894df0" /><Relationship Type="http://schemas.openxmlformats.org/officeDocument/2006/relationships/notesSlide" Target="/ppt/notesSlides/notesSlide5.xml" Id="R193bdacdc2324f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c9667e9f644f0" /><Relationship Type="http://schemas.openxmlformats.org/officeDocument/2006/relationships/image" Target="/ppt/media/image2.png" Id="Rb80604ffa2874509" /><Relationship Type="http://schemas.openxmlformats.org/officeDocument/2006/relationships/notesSlide" Target="/ppt/notesSlides/notesSlide6.xml" Id="R9a94a22c4bc744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690b67c924261" /><Relationship Type="http://schemas.openxmlformats.org/officeDocument/2006/relationships/notesSlide" Target="/ppt/notesSlides/notesSlide7.xml" Id="Rde85c59d5ba841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17cda5c8e462f" /><Relationship Type="http://schemas.openxmlformats.org/officeDocument/2006/relationships/notesSlide" Target="/ppt/notesSlides/notesSlide8.xml" Id="R0657ea8bf3a441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e2cfdbb8645b8" /><Relationship Type="http://schemas.openxmlformats.org/officeDocument/2006/relationships/notesSlide" Target="/ppt/notesSlides/notesSlide9.xml" Id="Re9a4a8b8560645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3ad803ca1499f" /><Relationship Type="http://schemas.openxmlformats.org/officeDocument/2006/relationships/notesSlide" Target="/ppt/notesSlides/notesSlide10.xml" Id="R4f43e83ba4284a4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0347BACE-B4BC-4EB9-AD31-B1983625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构网型变流器
稳定性分析平台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D2EF71E4-4DC6-40F7-ACA1-C1826E1A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从论文 Fig. 8 复现，到同一参数域内的保守性对照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EB92703F-0E14-4B30-B34A-25453E9D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国家级大学生创新训练计划 · 结项答辩</a:t>
            </a:r>
          </a:p>
        </p:txBody>
      </p:sp>
    </p:spTree>
    <p:extLst>
      <p:ext uri="{BB962C8B-B14F-4D97-AF65-F5344CB8AC3E}">
        <p14:creationId xmlns:p14="http://schemas.microsoft.com/office/powerpoint/2010/main" val="8731390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851034D-021F-41D1-9B02-7BDE465A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D8371818-70AD-457D-BE35-FAE17082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先把三类结论分开，才谈得上可信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5FEE85F3-4056-4EC4-855A-03DBC969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论文判据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小增益与小相位条件给出稳定性的充分判据。通过即可确认，不通过不能反推失稳。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4A1A9440-287E-4308-B74C-BFFB5C11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软件展示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界面负责编辑、计算、导出与追溯；滑杆中间值若未重算，不冒充内核结果。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FED683C2-C4CE-48F2-9212-B737A8D7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闭环参考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以同一线性模型的闭环特征根作为有限精度参考，划分稳定、失稳与数值待定。</a:t>
            </a:r>
          </a:p>
        </p:txBody>
      </p:sp>
    </p:spTree>
    <p:extLst>
      <p:ext uri="{BB962C8B-B14F-4D97-AF65-F5344CB8AC3E}">
        <p14:creationId xmlns:p14="http://schemas.microsoft.com/office/powerpoint/2010/main" val="14818172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4941FCED-4B7F-4A51-9C88-69EA3CD5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4E98798-3DAA-446D-AE1D-7A878344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研究路线：复现—对照—封装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FF023172-FCD7-40C7-8855-5129EC6D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6530371D-AADD-4A56-ADD0-13E5FABC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585FE42A-FB55-46E9-90F0-9DFA6B58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EA403FB8-FF78-4526-B213-E5034D50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第一层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C80F55CB-8776-478A-8416-80EB753F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第二层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149166C3-45B0-4556-92B3-9FA4B723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第三层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73F39A0A-1E12-44B1-A35B-EA572A88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同域比较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扫描 11×16 个参数点，同时计算判据覆盖与闭环极点。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CEBAC02A-402B-454C-B1F0-ECE935DB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论文复现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固定 1000 个频点，核对作者 Fig. 8 两个阻尼工况。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F35E3015-8684-4D7B-BCA5-A687E25E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便携交付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前端、Python 内核、报告和 Windows 发布包形成可复算链。</a:t>
            </a:r>
          </a:p>
        </p:txBody>
      </p:sp>
    </p:spTree>
    <p:extLst>
      <p:ext uri="{BB962C8B-B14F-4D97-AF65-F5344CB8AC3E}">
        <p14:creationId xmlns:p14="http://schemas.microsoft.com/office/powerpoint/2010/main" val="18832507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B366904-D361-4C18-BE4C-B84D4AE8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39A869CF-2314-4E45-A4BC-4C20015D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三工作区共享同一套可重算内核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89EF4EE4-7F76-4DD6-867C-933CBD0C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9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1e76c0b824bff"/>
          <a:srcRect xmlns:a="http://schemas.openxmlformats.org/drawingml/2006/main" l="0" t="16639" r="0" b="166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4E388493-5E92-4CDC-A4E9-74A96365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三条计算链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论文复现：固定 Fig. 8 算例。
独立模型：拓扑、阻尼与线路参数可编辑。
同域对照：176 个参数点可查询并导出。
同一程序同时提供网页、API 与可打印报告。</a:t>
            </a:r>
          </a:p>
        </p:txBody>
      </p:sp>
    </p:spTree>
    <p:extLst>
      <p:ext uri="{BB962C8B-B14F-4D97-AF65-F5344CB8AC3E}">
        <p14:creationId xmlns:p14="http://schemas.microsoft.com/office/powerpoint/2010/main" val="168487255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56423A05-D7AE-4700-9CA2-0E186933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E078926B-F15D-4DDE-AA36-2E11429C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E735682B-BD0D-462D-B8C2-487BF615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5CFA981F-8DD3-424F-9010-54D5B909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94F0E775-A728-4040-A8FD-C09FD1A1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论文固定算例复现：稳定性判断闭合，频率差异如实保留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70CDDB2-4B1A-40D3-8154-DEF220B8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D=0.05
未覆盖频点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FD90AF39-FCD9-4F30-B292-A9DD93FE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MATLAB
单元测试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7FDEFAB0-400F-43F9-B461-4CE5FF7F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D=0.50
未覆盖频点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BACBAA56-89C2-457E-A5BE-B1B1AA41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C43B3B"/>
                </a:solidFill>
                <a:latin typeface="Microsoft YaHei"/>
                <a:ea typeface="Microsoft YaHei"/>
                <a:cs typeface="Microsoft YaHei"/>
              </a:rPr>
              <a:t>75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54C90311-B00B-4E01-97B7-6F35EA1A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1F7A4D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41BD1BDC-5A13-45C9-A9E6-3B74E582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128/128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6D5723CE-A1F2-494C-88E7-086B15FC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Fig. 8 双工况均以作者工作簿为输入；Python 与 MATLAB 的覆盖计数、关键裕度和矩阵快照一致。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064891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ED2C74D-78CF-46AD-A321-6A9D1057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DA4D034-7313-4118-9674-30233285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核心增量：同域量化判据保守性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6397209D-9983-4AA0-B7D1-6812ECB9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9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604ffa2874509"/>
          <a:srcRect xmlns:a="http://schemas.openxmlformats.org/drawingml/2006/main" l="8158" t="0" r="815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F4447DB6-8223-4044-BF5F-BA86BD14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二维参数域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横轴为线路阻抗缩放 κ，纵轴为阻尼 D。每一点同时记录闭环主导极点与有限频率网格判据结果。
颜色不是“真稳定域”，而是闭环特征根参考分类与充分判据覆盖分类。</a:t>
            </a:r>
          </a:p>
        </p:txBody>
      </p:sp>
    </p:spTree>
    <p:extLst>
      <p:ext uri="{BB962C8B-B14F-4D97-AF65-F5344CB8AC3E}">
        <p14:creationId xmlns:p14="http://schemas.microsoft.com/office/powerpoint/2010/main" val="20994745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AA0ABBB8-4AD8-426E-89E7-2E8CFBDC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4B474782-5D6C-4368-B0A0-B434331E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C5E42DA8-A1F2-49CF-A303-E8091187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8EEE05E2-6B53-4876-B147-E255158F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AA82EB4E-72E6-4BFE-8192-F40A781D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176 个参数点形成可复核的三类证据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D6DB8D1E-E2B7-4CAC-8C33-91C10B5D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判据确认且
闭环参考稳定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FA8AFA82-9871-4AEE-90D5-08917354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闭环参考
失稳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06889D98-EEC4-4DF2-B593-D8787243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闭环参考稳定
但判据未覆盖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9D37D30E-F800-4078-927B-9C71BC18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1F7A4D"/>
                </a:solidFill>
                <a:latin typeface="Microsoft YaHei"/>
                <a:ea typeface="Microsoft YaHei"/>
                <a:cs typeface="Microsoft YaHei"/>
              </a:rPr>
              <a:t>45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D7C80D3C-5FB8-4C80-B03D-09BB5556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C48700"/>
                </a:solidFill>
                <a:latin typeface="Microsoft YaHei"/>
                <a:ea typeface="Microsoft YaHei"/>
                <a:cs typeface="Microsoft YaHei"/>
              </a:rPr>
              <a:t>96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62370230-E5F2-4873-A4A0-851494A4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C43B3B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71696B09-411A-4D94-82E7-34877572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没有出现“判据确认但闭环参考失稳”的一致性冲突，也没有数值待定点。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491617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CC846066-D1CD-460C-87F1-891848CF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4828B87E-EC15-4167-A792-D079B6BC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平台的通用性有范围：接口可扩展，当前内核不冒充全模型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6490447B-AB21-4214-8623-F0F6BE9E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已经支持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小型多母线拓扑、VSM 参数、线路阻抗、Kron 消元、极点、时域响应与 D–X 扫描。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2723EB4A-CB0C-4F71-96BB-44C5ADC3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后续模型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已冻结 16 状态平均值 dq 模型提案；待导师确认后，再作为层级交叉验证扩展。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959D219F-319B-441A-83DB-88D51928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明确排除
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完整 dq 内环、限流、负荷动态、电磁暂态、任意 GFM 控制器与非线性多机 DAE。</a:t>
            </a:r>
          </a:p>
        </p:txBody>
      </p:sp>
    </p:spTree>
    <p:extLst>
      <p:ext uri="{BB962C8B-B14F-4D97-AF65-F5344CB8AC3E}">
        <p14:creationId xmlns:p14="http://schemas.microsoft.com/office/powerpoint/2010/main" val="128272365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9F980494-755F-47D4-9657-35D03CB5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6F35E27B-A524-4B00-A51B-A9A34702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64FA3B12-DD91-4E41-BA49-940890F5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2A991862-21D1-48C7-9155-22EC36E8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90000"/>
              </a:lnSpc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2463B66D-DC2E-49DD-A7EB-C544A10E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从算法到交付：五条验收链同时通过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1A32340A-72E1-4E9E-9858-72CB340E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Python
自动化测试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4C71552-7DAC-4DC1-BBCD-D38BB11A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统一验收
通过项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AC087A66-BAA5-484C-A8A1-874373A9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MATLAB
单元测试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1B9DE586-F5FD-45F7-8E80-CD7BEA16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56/56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882BF625-5F18-4AB9-B88C-2825D14A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128/128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EA4913A4-7C18-4BF7-9534-88A8A90A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5/5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1C49E54B-3113-4292-88FC-9785AEBE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统一验收覆盖 Python、网页构建、启动器、真实浏览器与 MATLAB；发布包仍需另一台电脑完成断网验收。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5406213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BF8F409F-4A12-46B7-8C22-D500A29F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形成了可复算、
可解释、可交付的研究闭环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D35F45D6-06AC-4FB1-9F7C-EAD172C0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论文复现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同域保守性对照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便携软件与证据链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1C79C084-5615-41BA-BBC5-D2741D3F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</p:spTree>
    <p:extLst>
      <p:ext uri="{BB962C8B-B14F-4D97-AF65-F5344CB8AC3E}">
        <p14:creationId xmlns:p14="http://schemas.microsoft.com/office/powerpoint/2010/main" val="6069728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2026-08-10T09:56:09.7250000Z</dcterms:created>
  <dcterms:modified xsi:type="dcterms:W3CDTF">2026-08-10T09:56:09.7250000Z</dcterms:modified>
</coreProperties>
</file>